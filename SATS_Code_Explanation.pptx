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Smart Asset Tracking System (SATS)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Beginner's Guide to the Code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Understanding the Backend, Web, and Mobile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What is SATS?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SATS stands for Smart Asset Tracking System.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It helps organizations keep track of their assets (like computers, furniture, etc.).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It is divided into three main codebases: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1. Backend (The Brain &amp; Database)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2. Web Application (The Admin Dashboard)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   3. Mobile Application (The On-The-Go Scanner)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Overall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286000" cy="1828800"/>
          </a:xfrm>
          <a:prstGeom prst="rect">
            <a:avLst/>
          </a:prstGeom>
          <a:solidFill>
            <a:srgbClr val="4F81B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Mobile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(React Native/Expo)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Scans &amp; Updates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0" y="1828800"/>
            <a:ext cx="2286000" cy="1828800"/>
          </a:xfrm>
          <a:prstGeom prst="rect">
            <a:avLst/>
          </a:prstGeom>
          <a:solidFill>
            <a:srgbClr val="9BBB5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Backend API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(Node.js/Express)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Data Processing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2286000" cy="1828800"/>
          </a:xfrm>
          <a:prstGeom prst="rect">
            <a:avLst/>
          </a:prstGeom>
          <a:solidFill>
            <a:srgbClr val="8064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Web App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(Next.js/React)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Admin Control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86200" y="5029200"/>
            <a:ext cx="1828800" cy="914400"/>
          </a:xfrm>
          <a:prstGeom prst="rect">
            <a:avLst/>
          </a:prstGeom>
          <a:solidFill>
            <a:srgbClr val="F7964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Database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1. The Backend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Folder: SAT-backend-main
</a:t>
            </a:r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Technology: Node.js &amp; Express.js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What it does: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Acts as the central server that handles all requests.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Connects to the database to save and retrieve asset data.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Enforces rules (e.g., Only admins can delete assets).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Important Folders: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src/routes: Defines the URLs (like /api/assets).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src/controllers: The logic (what happens when a URL is visited).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src/models: The shape of the data in the database.
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2. The Web Application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Folder: SATS-webapp-main
</a:t>
            </a:r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Technology: Next.js, React, Tailwind CSS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What it does: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Provides a website for administrators to manage the system.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Displays dashboards, charts, and lists of assets and rooms.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Important Folders &amp; Files: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src/app or src/pages: Contains the different web pages (Home, Assets, Rooms).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src/components: Reusable UI parts like buttons and tables.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tailwind.config.js: Controls the styling and colors.
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3. The Mobile Application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Folder: SATS-frontend-main
</a:t>
            </a:r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Technology: React Native &amp; Expo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What it does: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An app installed on phones for staff working on the go.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Likely uses the camera to scan QR codes or barcodes of assets.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Important Folders &amp; Files: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app/: The screens of the app (like Login, Scan, Profile).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components/: Reusable visual elements.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• services/: Code that talks to the Backend API over the internet.
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How They Talk to Each Other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The magic happens through APIs (Application Programming Interfaces).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1. User Action: Admin clicks "Add Asset" on the Web App.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2. Request: The Web App sends a message over the internet to the Backend.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3. Processing: The Backend receives it, checks permissions, and saves it in the Database.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4. Response: The Backend replies "Success!" to the Web App.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5. Display: The Web App shows the new asset in the list.
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</a:rPr>
              <a:t>• SATS is a full-stack project.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Backend = The engine and data storage.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Web App = The dashboard for administrators.
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• Mobile App = The scanning tool for on-the-ground staff.
</a:t>
            </a:r>
            <a:pPr indent="0" marL="0">
              <a:buNone/>
            </a:pPr>
            <a:r>
              <a:rPr lang="en-US" sz="2200" i="1" dirty="0">
                <a:solidFill>
                  <a:srgbClr val="003366"/>
                </a:solidFill>
              </a:rPr>
              <a:t>By understanding these three pieces, you can understand the whole codebase!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2026-05-11T04:51:53Z</dcterms:created>
  <dcterms:modified xsi:type="dcterms:W3CDTF">2026-05-11T04:51:53Z</dcterms:modified>
</cp:coreProperties>
</file>